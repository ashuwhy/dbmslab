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10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571500"/>
            <a:ext cx="110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</a:t>
            </a:r>
            <a:r>
              <a:rPr lang="en-US" sz="30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atabase Management Systems Project</a:t>
            </a:r>
            <a:endParaRPr sz="3000"/>
          </a:p>
        </p:txBody>
      </p:sp>
      <p:sp>
        <p:nvSpPr>
          <p:cNvPr id="85" name="Google Shape;85;p13"/>
          <p:cNvSpPr txBox="1"/>
          <p:nvPr/>
        </p:nvSpPr>
        <p:spPr>
          <a:xfrm>
            <a:off x="295200" y="1658350"/>
            <a:ext cx="116016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Online Course Management Platform</a:t>
            </a:r>
            <a:endParaRPr b="1" sz="48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151675" y="4330375"/>
            <a:ext cx="6005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  <a:endParaRPr sz="4800">
              <a:solidFill>
                <a:srgbClr val="94A3B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4800" u="none" cap="none" strike="noStrik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Index Corruption</a:t>
            </a:r>
            <a:endParaRPr sz="4800"/>
          </a:p>
        </p:txBody>
      </p:sp>
      <p:sp>
        <p:nvSpPr>
          <p:cNvPr id="87" name="Google Shape;87;p13"/>
          <p:cNvSpPr txBox="1"/>
          <p:nvPr/>
        </p:nvSpPr>
        <p:spPr>
          <a:xfrm>
            <a:off x="-110300" y="3916275"/>
            <a:ext cx="39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Team Members</a:t>
            </a:r>
            <a:r>
              <a:rPr b="1"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88475" y="4474250"/>
            <a:ext cx="41529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Ashutosh Sharma (23CS10005)</a:t>
            </a:r>
            <a:endParaRPr>
              <a:solidFill>
                <a:srgbClr val="F0F6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Sujal Anil Kaware (23CS30056)</a:t>
            </a:r>
            <a:endParaRPr>
              <a:solidFill>
                <a:srgbClr val="F0F6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Parag Mahadeo Chimankar (23CS10049)</a:t>
            </a:r>
            <a:endParaRPr>
              <a:solidFill>
                <a:srgbClr val="F0F6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Kshetrimayum Abo (23CS30029)</a:t>
            </a:r>
            <a:endParaRPr>
              <a:solidFill>
                <a:srgbClr val="F0F6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Kartik Pandey (23CS30026)</a:t>
            </a:r>
            <a:endParaRPr>
              <a:solidFill>
                <a:srgbClr val="F0F6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66950"/>
            <a:ext cx="5019675" cy="2113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50" y="2233675"/>
            <a:ext cx="5019650" cy="211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91050"/>
            <a:ext cx="5019675" cy="2113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764" y="4633050"/>
            <a:ext cx="5019736" cy="211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4097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database utilizes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PostgreSQL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as the core engine to store all academic data with a focus on Role-Based Access Control (RBAC).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85825" y="3238500"/>
            <a:ext cx="494061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Users &amp; Auth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85825" y="3627098"/>
            <a:ext cx="43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Handles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app_user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authentication and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profiles for system-wide analysts.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41450" y="3186613"/>
            <a:ext cx="494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Academic Core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91575" y="3627100"/>
            <a:ext cx="4662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Normalized entities including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University, Program, Course, Topic,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Textbook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5552715"/>
            <a:ext cx="494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People &amp; Roles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5996230"/>
            <a:ext cx="47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Specialized tables for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</a:t>
            </a: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t,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Instructor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n-US" sz="150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Analyst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entities linked via auth.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41488" y="5510703"/>
            <a:ext cx="494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Operations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0050" y="5993380"/>
            <a:ext cx="47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Tracks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Enrollments, Assignments,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Proposals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new courses or topics.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6193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86575" y="2550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488539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41450" y="4844378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Schema Design - Overview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904875" y="17049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Academic Hierarchy: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Programs belong to Universities; Courses map to specific Programs.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24193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Enrolment Workflow: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Students link to Courses with Grade/Status tracking.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3133725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Instructional Mapping: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Instructors are mapped to Courses via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Assignment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3848100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Content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Association: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Educational content (PDF/Video) is directly tied to specific Topics.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4562475"/>
            <a:ext cx="500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Governance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 logs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capture sensitive grade changes for data integrity.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Schema Design - Relationships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04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9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337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62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125" y="1704975"/>
            <a:ext cx="5791476" cy="37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749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99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85825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Core Engine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85825" y="3942308"/>
            <a:ext cx="29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3.1</a:t>
            </a: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FastAPI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high-performance, asynchronous API execution.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45074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Persistence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45074" y="3942308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PostgreSQL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managed via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SQLAlchemy 2.x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ORM using the asyncpg driver.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04324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04324" y="3942308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Stateless JWT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with python-jose and secure hashing via passlib (bcrypt).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293459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93459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04324" y="293459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 - Backend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749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99" y="2582167"/>
            <a:ext cx="3530649" cy="253171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85825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Framework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85825" y="3942308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Next.js 16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with App Router and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TypeScript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enterprise-grade stability.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45074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UI &amp; UX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45074" y="3942308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Tailwind CSS 4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Radix UI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accessible, performant components.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404324" y="355371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Assets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404324" y="3942308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Lucide React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Hugeicons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crisp, modern iconography.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293459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93459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04324" y="293459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 - Frontend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/>
        </p:nvSpPr>
        <p:spPr>
          <a:xfrm>
            <a:off x="470225" y="1444625"/>
            <a:ext cx="148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396987" y="2114825"/>
            <a:ext cx="21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DISTINCT ROLES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Features - RBAC &amp; Auth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3550" y="1312330"/>
            <a:ext cx="3204562" cy="2523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475" y="14446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848700" y="1444625"/>
            <a:ext cx="253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675" y="1386873"/>
            <a:ext cx="3204550" cy="38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9775" y="158502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8771000" y="1552925"/>
            <a:ext cx="253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Instructor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25" y="3610355"/>
            <a:ext cx="3204562" cy="2523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350" y="37426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86575" y="3742650"/>
            <a:ext cx="253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5475" y="4254050"/>
            <a:ext cx="3278600" cy="194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550" y="4356275"/>
            <a:ext cx="190500" cy="2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4948773" y="4356271"/>
            <a:ext cx="253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</a:t>
            </a: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60225" y="1910850"/>
            <a:ext cx="2911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Apply for courses and topics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View course materials, content, and assignments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Submit assignments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See Grades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453575" y="1993050"/>
            <a:ext cx="29112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courses and topics ( to be verified by admin)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and manage course content, and assignments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Grade assignments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Approve the student's course registration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View student progress and performance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98100" y="4151550"/>
            <a:ext cx="29112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 and analyze student performance data and Registration data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View courses and topics which are highly demanded by students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649175" y="4668850"/>
            <a:ext cx="2911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Approve instructor and Analyst registration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Approve course and topic creation by instructors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96467"/>
            <a:ext cx="5334000" cy="2303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96467"/>
            <a:ext cx="5334000" cy="2303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885825" y="3010792"/>
            <a:ext cx="494061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Student Portal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00825" y="3010792"/>
            <a:ext cx="494061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Instructor Portal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302031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1219200" y="339938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Global course search and discovery.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219200" y="3828008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 one-click enrollment process.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219200" y="425663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View academic credits and transcript history.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302031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934200" y="339938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Assignment management dashboard.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934200" y="3828008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Content repository (Video/PDF uploads).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934200" y="425663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Formal Course/Topic proposal workflows.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Modules: Interface &amp; Functionality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33993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382800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42566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3993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82800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425663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/>
        </p:nvSpPr>
        <p:spPr>
          <a:xfrm>
            <a:off x="762000" y="571500"/>
            <a:ext cx="500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Admin &amp; Analyst Hub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904875" y="121920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Lifecycle: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Auto-syncing of Student profiles upon creation.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04875" y="193357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Enforced business logic (Age limits/data integrity).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04875" y="264795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Analyst View: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Real-time enrollment statistics and trending courses.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04875" y="336232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Maintenance: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Cascading deletes for automated data cleanup.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3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23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/>
        </p:nvSpPr>
        <p:spPr>
          <a:xfrm>
            <a:off x="161850" y="1706250"/>
            <a:ext cx="116016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Live Demonstration</a:t>
            </a:r>
            <a:endParaRPr sz="400"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1625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71500" y="6096000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GROUP: INDEX CORRUPTION | 202</a:t>
            </a:r>
            <a:r>
              <a:rPr lang="en-US" sz="120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2476500" y="-1333500"/>
            <a:ext cx="5715000" cy="2800350"/>
          </a:xfrm>
          <a:prstGeom prst="roundRect">
            <a:avLst>
              <a:gd fmla="val 17006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